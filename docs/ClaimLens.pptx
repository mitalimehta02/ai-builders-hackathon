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ClaimLens: an AI claims investigation copilot built around calibrated confidence. The headline claim is not that it decides better than a single-pass LLM — it is that it knows when not to be sure.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hardest on the 75% figure — it is what makes an AI copilot the right shape of answer rather than just another classifier.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asymmetry is what makes this domain hard, and it is why calibration matters more than raw accuracy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cap runs in code, not in the prompt — the model cannot talk its way past its own uncertainty.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never-auto-denies line out loud. It is what makes the product credible to anyone who knows the industry.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cap explainer is the distinctive screen — it is what no other entry will have.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Citing Irving et al. shows we understand why the design works, not just that it looks interesting.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cut this slide. It is what separates this entry from ones whose numbers cannot be checked.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Fraud value caught: baseline $13,363, ClaimLens $8,813, of $39,411 total. State both figures if asked — the baseline caught more. What ClaimLens did not do is auto-approve any of it. 13 of 15 claims were routed to a human with the argument already made. Adjuster time saved: 0.7 hours, on an assumption of 22 minutes per manual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limitations honestly. A team that names its own weak points is more trustworthy on its strong 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0116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ClaimLens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97180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claims AI that knows when it doesn't know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657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debate and calibrated confidence for insurance claims triage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4343400"/>
            <a:ext cx="960120" cy="310896"/>
          </a:xfrm>
          <a:prstGeom prst="roundRect">
            <a:avLst>
              <a:gd name="adj" fmla="val 47059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434340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737360" y="4343400"/>
            <a:ext cx="960120" cy="310896"/>
          </a:xfrm>
          <a:prstGeom prst="roundRect">
            <a:avLst>
              <a:gd name="adj" fmla="val 47059"/>
            </a:avLst>
          </a:prstGeom>
          <a:solidFill>
            <a:srgbClr val="2E3B7A"/>
          </a:solidFill>
          <a:ln w="12700">
            <a:solidFill>
              <a:srgbClr val="2E3B7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737360" y="434340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34640" y="4343400"/>
            <a:ext cx="960120" cy="310896"/>
          </a:xfrm>
          <a:prstGeom prst="roundRect">
            <a:avLst>
              <a:gd name="adj" fmla="val 47059"/>
            </a:avLst>
          </a:prstGeom>
          <a:solidFill>
            <a:srgbClr val="2E3B7A"/>
          </a:solidFill>
          <a:ln w="12700">
            <a:solidFill>
              <a:srgbClr val="2E3B7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34640" y="434340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Mitali Mehta  ·  AI Builders Hackathon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$308 billion problem — and a capacity problem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insurance fraud losses, 2025 estimate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$308B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7432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annual US insurance fraud losses across all lines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389120" y="18288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4389120" y="27432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claims flagged as suspicious are never fully investigated — the bottleneck is investigator capacity, not detection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18288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A83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2,137%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8138160" y="27432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 in deepfake fraud attempts since 2023; AI-enabled document fraud up 3,000%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507492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525780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Insurers lose $8.50 for every $1 spent fighting fraud. Fraud has gone AI-powered — the defence has not.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Hesper AI, Fortunly (2026)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obvious build fails in a specific way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built a single-pass LLM decider as our baseline. It is confident and wrong.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303520" cy="3108960"/>
          </a:xfrm>
          <a:prstGeom prst="roundRect">
            <a:avLst>
              <a:gd name="adj" fmla="val 2353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1945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8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Wrongly APPROVE a fraudulent claim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65176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financial loss. Recoverable, measurable, and priced into the business.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920240"/>
            <a:ext cx="5303520" cy="3108960"/>
          </a:xfrm>
          <a:prstGeom prst="roundRect">
            <a:avLst>
              <a:gd name="adj" fmla="val 2353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37960" y="21945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8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Wrongly DENY a legitimate claim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65176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harm, churn, regulatory exposure and bad-faith liability. Not recoverable.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3035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AI that is 85% confident of both is unusable in a regulated industry.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has to mean something before automation is safe. That is the problem ClaimLens is built around.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ClaimLens works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declares how sure it is before anything is automated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057400" cy="2788920"/>
          </a:xfrm>
          <a:prstGeom prst="roundRect">
            <a:avLst>
              <a:gd name="adj" fmla="val 3556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21214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487168"/>
            <a:ext cx="1655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880360"/>
            <a:ext cx="165506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case file. Policy timeline, claim history, document consistency, live weather lookup. Facts only, no conclusions.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80944" y="1965960"/>
            <a:ext cx="2057400" cy="2788920"/>
          </a:xfrm>
          <a:prstGeom prst="roundRect">
            <a:avLst>
              <a:gd name="adj" fmla="val 3556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182112" y="21214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182112" y="2487168"/>
            <a:ext cx="1655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Debate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182112" y="2880360"/>
            <a:ext cx="165506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Prosecutor argues the claim is suspicious. A Defender answers each point.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21808" y="1965960"/>
            <a:ext cx="2057400" cy="2788920"/>
          </a:xfrm>
          <a:prstGeom prst="roundRect">
            <a:avLst>
              <a:gd name="adj" fmla="val 3556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522976" y="21214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522976" y="2487168"/>
            <a:ext cx="1655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Judge ×2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522976" y="2880360"/>
            <a:ext cx="165506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arguments judged twice, in opposite orders. A verdict that flips with order is not a verdict.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662672" y="1965960"/>
            <a:ext cx="2057400" cy="2788920"/>
          </a:xfrm>
          <a:prstGeom prst="roundRect">
            <a:avLst>
              <a:gd name="adj" fmla="val 3556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863840" y="21214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863840" y="2487168"/>
            <a:ext cx="1655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Accounting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863840" y="2880360"/>
            <a:ext cx="165506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point marked answered-with-fact, answered-by-assertion, or unanswered.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003536" y="1965960"/>
            <a:ext cx="2057400" cy="2788920"/>
          </a:xfrm>
          <a:prstGeom prst="roundRect">
            <a:avLst>
              <a:gd name="adj" fmla="val 355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204704" y="21214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204704" y="2487168"/>
            <a:ext cx="1655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0204704" y="2880360"/>
            <a:ext cx="165506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capped in code. Auto-approve only a HIGH-confidence approval.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507492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14400" y="523036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ClaimLens never denies a claim on its own.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14400" y="559612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denial and every uncertain case goes to a human adjuster — with the full evidence and the argument already made.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it is for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people the capacity gap actually falls 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303520" cy="2468880"/>
          </a:xfrm>
          <a:prstGeom prst="roundRect">
            <a:avLst>
              <a:gd name="adj" fmla="val 2963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1945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Claims adjusters and SIU teams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65176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user. Drowning in volume, with three quarters of flagged claims never fully investigated. Every case arrives pre-argued rather than blank.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920240"/>
            <a:ext cx="5303520" cy="2468880"/>
          </a:xfrm>
          <a:prstGeom prst="roundRect">
            <a:avLst>
              <a:gd name="adj" fmla="val 2963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37960" y="21945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Policyholders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65176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beneficiary. Clear-cut legitimate claims resolve without waiting in a queue behind manual review.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70916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489204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deliberate product constraint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5230368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ClaimLens only ever auto-approves, and only when it can defend every point raised against the claim. Denial is always a human decision — not a limitation, a design choice for a regulated, liability-heavy industry.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product does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surfaces, one idea: show the uncertainty rather than hide it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420624" cy="42062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965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261872" y="19202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queue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1920240"/>
            <a:ext cx="7223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Filterable by status, confidence tier and gate outcome. Every row shows whether the cap acted.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063240"/>
            <a:ext cx="420624" cy="42062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063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261872" y="30175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view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206240" y="3017520"/>
            <a:ext cx="7223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in readable cards, the debate as two opposing columns, both Judge orderings side by side with whether they agreed.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160520"/>
            <a:ext cx="420624" cy="42062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4160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261872" y="41148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cap explainer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206240" y="4114800"/>
            <a:ext cx="7223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confidence is lowered, the page names each unanswered point, what each Judge said about it, and that the claim would otherwise have been auto-approved.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257800"/>
            <a:ext cx="420624" cy="42062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5257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261872" y="52120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 analytics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206240" y="5212080"/>
            <a:ext cx="7223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confidently-wrong counts, auto-resolution, false positives and negatives, fraud value, adjuster hours — reported as raw counts.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263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AI products hide their uncertainty. This one puts it on the page.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architecture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published work, not invented for the pitch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74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154680" y="1874520"/>
            <a:ext cx="8275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openai/gpt-oss-120b on Groq, temperature 0.2. Identical model and settings for the baseline and the full pipeline — the only difference is architecture.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agent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154680" y="2743200"/>
            <a:ext cx="8275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deterministic, no LLM. Policy timeline, claim history, document consistency, plus live Open-Meteo historical weather calls. Reports neutral facts; never draws conclusions.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611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Debate layer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154680" y="3611880"/>
            <a:ext cx="8275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direct application of AI Safety via Debate (Irving, Christiano &amp; Amodei, OpenAI 2018) — verifying a winning argument is easier than verifying a hard claim directly.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480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layer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154680" y="4480560"/>
            <a:ext cx="8275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Verbalized confidence cross-checked by an order-swap consistency test, following current work on verbalized-confidence and self-consistency methods.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349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154680" y="5349240"/>
            <a:ext cx="8275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code, not in the prompt. The model cannot argue its way past it.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612648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621792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SQLite backend  ·  Next.js + TypeScript + Tailwind frontend  ·  Render + Vercel  ·  92 tests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evaluated it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 that makes every other number on this slide deck checkable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74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 synthetic claims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3429000" y="1874520"/>
            <a:ext cx="8001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Ground-truth labelled, nine fraud patterns — plus deliberate innocent look-alikes: legitimate claims with new policies, far-from-home incidents and large amounts, each with an innocent explanation. You cannot score well by flagging anything unusual.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9535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 / held-out split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429000" y="2953512"/>
            <a:ext cx="8001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claims used for every prompt change and debugging decision. 27 never inspected or tuned against.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03250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Pre-registered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4032504"/>
            <a:ext cx="8001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15-claim evaluation sample was drawn with a fixed seed, stratified, SHA-256 hashed and committed before the first held-out claim ran. So was the HIGH threshold, and the stopping rule.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11149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log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5111496"/>
            <a:ext cx="8001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to inputs or prompts recorded with its justification at the time — including the ones that did not work, and one accidental glimpse of an interim result.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5989320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614476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designed this so we could not fool ourselves. Results reported as raw counts — n=15 does not support percentages.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found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ClaimLens did not beat the baseline on accuracy. Here is what it bought, and what it cost.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03520" cy="137160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9019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1945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12 of 15   ·   ClaimLens 11 of 15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6700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approve: 10 of 15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783080"/>
            <a:ext cx="5303520" cy="137160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19019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Confidently wrong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1945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1 of 12   ·   ClaimLens 0 of 3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6700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ClaimLens before the cap: 2 of 11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291840"/>
            <a:ext cx="10881360" cy="109728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3419856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ClaimLens auto-approved no fraudulent claims.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378561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Post-hoc comparison, not pre-registered: the same model given the same gate would have auto-approved 11 claims, one of them fraudulent.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55371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caution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873752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 downgraded 8 claims, 6 of which were already correct. Only 2 of 15 auto-resolved.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455371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didn't work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4873752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order-swap check changed no decisions — 0 of 15. Every tier difference came from the Judge's own stated confidence.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571500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4400" y="587044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15 pre-registered claims completed; nothing was truncated. Every gap here is a single claim — directionally suggestive at most.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we'd change, and what's next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5029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 is blunt — it caught the two mistakes we wanted and downgraded six correct answers doing it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order-swap check changed no decisions; it needs redesigning or removing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benchmark, not real claims data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fraud rate is deliberate oversampling for signal at n=40; real rates are 10-20%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evaluation sample, constrained by free-tier quota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checks are keyword-based and cannot judge whether damage fits a narrative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6217920" y="14630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217920" y="1828800"/>
            <a:ext cx="5029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insurer data and claims-system integration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calibration — training against an asymmetric reward that punishes confident errors hardest, rather than prompting for it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Forensics for AI-generated documents and images, where the fraud is heading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Adjuster feedback loop, so human overrides improve the confidence model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export, so a regulator can see why any claim was decided as it was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6692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question for claims AI isn't whether it can decide. It's whether it knows when it shouldn't.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2026-09-15T17:16:18Z</dcterms:created>
  <dcterms:modified xsi:type="dcterms:W3CDTF">2026-09-15T17:16:18Z</dcterms:modified>
</cp:coreProperties>
</file>